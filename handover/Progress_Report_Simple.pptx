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18dfc75-569d-2826-a44f-08c8295cdbf2}">
          <p14:sldIdLst>
            <p14:sldId id="256"/>
            <p14:sldId id="257"/>
          </p14:sldIdLst>
        </p14:section>
        <p14:section name="Basics" id="{20441ebe-9166-3386-b494-0280acf18322}">
          <p14:sldIdLst>
            <p14:sldId id="258"/>
            <p14:sldId id="259"/>
          </p14:sldIdLst>
        </p14:section>
        <p14:section name="Method" id="{3d5ad24a-cc2b-8fb3-8fe9-90fd2c68b60e}">
          <p14:sldIdLst>
            <p14:sldId id="260"/>
            <p14:sldId id="261"/>
          </p14:sldIdLst>
        </p14:section>
        <p14:section name="Results" id="{fdb82fd4-b5f5-dfe7-824f-47fc9d85b053}">
          <p14:sldIdLst>
            <p14:sldId id="262"/>
            <p14:sldId id="263"/>
            <p14:sldId id="264"/>
            <p14:sldId id="265"/>
            <p14:sldId id="266"/>
          </p14:sldIdLst>
        </p14:section>
        <p14:section name="Next" id="{febea22f-5e08-7133-ea6f-d8e133880ab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% of the best possible answer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QUBO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pads</c:v>
                  </c:pt>
                  <c:pt idx="1">
                    <c:v>24 pads</c:v>
                  </c:pt>
                  <c:pt idx="2">
                    <c:v>40 pads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</c:v>
                </c:pt>
                <c:pt idx="1">
                  <c:v>92</c:v>
                </c:pt>
                <c:pt idx="2">
                  <c:v>85.9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Simple classical search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pads</c:v>
                  </c:pt>
                  <c:pt idx="1">
                    <c:v>24 pads</c:v>
                  </c:pt>
                  <c:pt idx="2">
                    <c:v>40 pads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97.7</c:v>
                </c:pt>
                <c:pt idx="1">
                  <c:v>98.8</c:v>
                </c:pt>
                <c:pt idx="2">
                  <c:v>98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What decides how good an array is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1D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Both together</c:v>
                  </c:pt>
                  <c:pt idx="1">
                    <c:v>Angle (golden ratio)</c:v>
                  </c:pt>
                  <c:pt idx="2">
                    <c:v>Distance from centre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11.2</c:v>
                </c:pt>
                <c:pt idx="2">
                  <c:v>84.6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% of time the air is dry enough (PWV &lt; 1 mm)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1D3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Hanle</c:v>
                  </c:pt>
                  <c:pt idx="1">
                    <c:v>Merak</c:v>
                  </c:pt>
                  <c:pt idx="2">
                    <c:v>Ladakh site B</c:v>
                  </c:pt>
                  <c:pt idx="3">
                    <c:v>Ladakh site A</c:v>
                  </c:pt>
                  <c:pt idx="4">
                    <c:v>ALMA (Chile)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19</c:v>
                </c:pt>
                <c:pt idx="3">
                  <c:v>23</c:v>
                </c:pt>
                <c:pt idx="4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what you asked, how I did it, three results, and what I need from you. Everything is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point: the request is done. Plus I tested it and used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lambda = 3e8 / 230e9 = 1.3 mm. Resolution = 1.3 mm / 2788 m = 0.096 arcsec. One arcsecond is 1/3600 of a degree.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fix is called Rosenberg quadratization. It adds y_k = x_i * x_j for each pair. Cost: more variables, about 15,000 for all ALMA pads.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made up. Every input is checked against a published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272 automated tests check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 takes under 0.4 seconds, QUBO 3-35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5 radius rules x 5 angle rules = 25 combinations, everything else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Raghunath et al. 2026, 184 months of weather data. Hanle is still a good choice for practical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layouts because one layout cannot give both sharp detail and big-scale view. Files: ladakh_array_design/outputs.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sky model, visibilities, noise, CLEAN, compare with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science target is the most useful input: everything else follows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github.com/manas-vamsi/thz-quantum-optimization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Terahertz Telescope Array with QUBO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did, what I found, what comes next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 Vamsi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github.com/manas-vamsi/thz-quantum-optimization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asked, and what I did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maths (objective function) so the problem can run on a quantum computer (QUBO)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45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maths - done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one problem in 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code and tested 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it on real telescope data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 real design for Ladakh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terms and formulas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56032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(wavelength)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the radio 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 = c / 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mm at 230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between 2 antennas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antennas give N(N-1)/2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antennas = 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detail we can see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 / longest baseline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 arcsec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Biggest thing we can see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 lambda / shortest baseline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arcsec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of the picture we sample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(u, v) = baseline / lambda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 of 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a quantum computer accepts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= sum Q_ij x_i x_j,  x = 0 or 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long baselines = sharp detail.  Short baselines = see big things.  We need both.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guide: one part right, one part fixed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UV overlap = fewer false ghost images (sidelobes)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proved it with Parseval's theorem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computer: 1.000000000000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8288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needs 4 antennas (i, j, k, l)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Q_ij has only 2 slots - does not fit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one switch per antenna pair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fits QUBO again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 used - all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 antenna pads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real pads, Chile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379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37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 real ALMA observations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41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vapour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441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measurements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Ladakh land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044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height maps (SRTM)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484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648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Tau, a real young star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1188720"/>
            <a:ext cx="2286000" cy="2926080"/>
          </a:xfrm>
          <a:prstGeom prst="roundRect">
            <a:avLst>
              <a:gd name="adj" fmla="val 32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173736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ALMA size: 16,195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~16 km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Hanle height: 4,491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4,500 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process,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261872" cy="128016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maths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56232" y="1280160"/>
            <a:ext cx="1261872" cy="128016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56232" y="1371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187452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optimiser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55264" y="1280160"/>
            <a:ext cx="1261872" cy="128016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1371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00984" y="187452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true best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54296" y="1280160"/>
            <a:ext cx="1261872" cy="1280160"/>
          </a:xfrm>
          <a:prstGeom prst="roundRect">
            <a:avLst>
              <a:gd name="adj" fmla="val 579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4296" y="1371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187452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QUBO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53328" y="1280160"/>
            <a:ext cx="1261872" cy="128016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1371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187452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images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1280160"/>
            <a:ext cx="1261872" cy="128016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371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874520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Ladakh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search methods - greedy, swap, annealing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exact solver (MILP) - gives the proven best answer to compare against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QUBO run with D-Wave software (simulated, not real quantum hardware)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make real pictures to check if our score means anything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1: QUBO maths is right, but slower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371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maths is correct (checked all 2,324 options)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simple search is better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35-72x faster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is not winning here yet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2: golden ratio is not the key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371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antennas are from the centre matters most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golden-ratio angle helps only a little (~2.5%)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spread antennas evenly by area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3: Hanle is dry enough only 5% of the time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371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says Hanle is like ALMA - data says no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Hanle has roads, power, flat land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good infrastructure, less dry air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array design for Ladakh</a:t>
            </a:r>
            <a:endParaRPr lang="en-US" sz="3000" dirty="0"/>
          </a:p>
        </p:txBody>
      </p:sp>
      <p:pic>
        <p:nvPicPr>
          <p:cNvPr id="3" name="Image 0" descr="D:\thz-quantum-optimization\ladakh_array_design\outputs\fig_hanle_extended_ter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1329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land height.  Right: buildable land and chosen antenna spots (stars).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18872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antennas, 8 m dishes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layouts: small, medium, large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 0.096 to 5 arcsec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latitude / longitude for each antenna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design only - no land, road or power survey yet.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4: does our score give good pictures?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YES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UV coverage = correct shape in the picture. Checked on 4 test images.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BRIGHTNESS: NO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874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Best-score array caught only 42% of a big blurry source. Golden spiral caught 91%.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we need short baselines too, not only long 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need from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16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Coauthor?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81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want to be on the paper?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848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 the paper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50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Affiliation, email, funding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953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story?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19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result: quantum is not faster here yet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22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target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879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this telescope look at?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13 pages ready  |  272 tests pass  |  Code: github.com/manas-vamsi/thz-quantum-optimization</a:t>
            </a:r>
            <a:endParaRPr lang="en-US" sz="12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THz Array Design - Progress (short)</dc:title>
  <dc:subject>PptxGenJS Presentation</dc:subject>
  <dc:creator>Manasa Vamsi</dc:creator>
  <cp:lastModifiedBy>Manasa Vamsi</cp:lastModifiedBy>
  <cp:revision>1</cp:revision>
  <dcterms:created xsi:type="dcterms:W3CDTF">2026-10-02T11:03:10Z</dcterms:created>
  <dcterms:modified xsi:type="dcterms:W3CDTF">2026-10-02T11:03:10Z</dcterms:modified>
</cp:coreProperties>
</file>